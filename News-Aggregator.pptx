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oto Sans TC" panose="020B0604020202020204" charset="-128"/>
      <p:regular r:id="rId13"/>
    </p:embeddedFont>
    <p:embeddedFont>
      <p:font typeface="Noto Sans TC Bold" panose="020B0604020202020204" charset="-128"/>
      <p:regular r:id="rId14"/>
    </p:embeddedFont>
    <p:embeddedFont>
      <p:font typeface="Sora Medium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1962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95722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News Aggregator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61475" y="1402556"/>
            <a:ext cx="690644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 Full Stack MERN Web Application | College Internship Certification Project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61475" y="1793875"/>
            <a:ext cx="6296860" cy="891877"/>
          </a:xfrm>
          <a:prstGeom prst="roundRect">
            <a:avLst>
              <a:gd name="adj" fmla="val 2702"/>
            </a:avLst>
          </a:prstGeom>
          <a:solidFill>
            <a:srgbClr val="26262B"/>
          </a:solidFill>
          <a:ln/>
        </p:spPr>
      </p:sp>
      <p:sp>
        <p:nvSpPr>
          <p:cNvPr id="6" name="Text 3"/>
          <p:cNvSpPr/>
          <p:nvPr/>
        </p:nvSpPr>
        <p:spPr>
          <a:xfrm>
            <a:off x="822106" y="1954510"/>
            <a:ext cx="597559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Shreya Sundli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2106" y="2287389"/>
            <a:ext cx="59755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24BCE2546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61475" y="2822277"/>
            <a:ext cx="6296860" cy="891877"/>
          </a:xfrm>
          <a:prstGeom prst="roundRect">
            <a:avLst>
              <a:gd name="adj" fmla="val 2702"/>
            </a:avLst>
          </a:prstGeom>
          <a:solidFill>
            <a:srgbClr val="26262B"/>
          </a:solidFill>
          <a:ln/>
        </p:spPr>
      </p:sp>
      <p:sp>
        <p:nvSpPr>
          <p:cNvPr id="9" name="Text 6"/>
          <p:cNvSpPr/>
          <p:nvPr/>
        </p:nvSpPr>
        <p:spPr>
          <a:xfrm>
            <a:off x="822106" y="2982913"/>
            <a:ext cx="597559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Siddharth Verma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106" y="3315791"/>
            <a:ext cx="59755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23BCT0159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61475" y="3850680"/>
            <a:ext cx="6296860" cy="891877"/>
          </a:xfrm>
          <a:prstGeom prst="roundRect">
            <a:avLst>
              <a:gd name="adj" fmla="val 2702"/>
            </a:avLst>
          </a:prstGeom>
          <a:solidFill>
            <a:srgbClr val="26262B"/>
          </a:solidFill>
          <a:ln/>
        </p:spPr>
      </p:sp>
      <p:sp>
        <p:nvSpPr>
          <p:cNvPr id="12" name="Text 9"/>
          <p:cNvSpPr/>
          <p:nvPr/>
        </p:nvSpPr>
        <p:spPr>
          <a:xfrm>
            <a:off x="822106" y="4011315"/>
            <a:ext cx="597559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Vakati Narayani Nayani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22106" y="4344194"/>
            <a:ext cx="59755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24BAI1200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61475" y="4879082"/>
            <a:ext cx="6296860" cy="891877"/>
          </a:xfrm>
          <a:prstGeom prst="roundRect">
            <a:avLst>
              <a:gd name="adj" fmla="val 2702"/>
            </a:avLst>
          </a:prstGeom>
          <a:solidFill>
            <a:srgbClr val="2626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106" y="5039717"/>
            <a:ext cx="597559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Bhavy Hrishikesh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22106" y="5372596"/>
            <a:ext cx="59755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22BIT0371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61475" y="5924550"/>
            <a:ext cx="690644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Course: ETHNUS MERN Full Stack · Faculty Guide: [Name] · Date: [Date]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8403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Project Overview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7121644" y="1597720"/>
            <a:ext cx="441482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121644" y="2071588"/>
            <a:ext cx="4414826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 personalized news aggregator where users browse top headlines, search by keyword, filter by category, save bookmarks, and manage profile preferences.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121644" y="3435846"/>
            <a:ext cx="441482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Domain &amp; Type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121644" y="3909715"/>
            <a:ext cx="502441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News · Full-Stack Web Application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121644" y="4388148"/>
            <a:ext cx="441482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Learning Outcomes Demonstrated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121644" y="4862016"/>
            <a:ext cx="4414826" cy="1373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CRUD Operations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User Authentication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REST API Design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MongoDB Integration</a:t>
            </a:r>
            <a:endParaRPr lang="en-US" sz="14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E2DFF0-9B10-5623-DE57-A2A8F4782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4" y="1342022"/>
            <a:ext cx="5787451" cy="48782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62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Technology Stack — MERN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564878"/>
            <a:ext cx="5339820" cy="1845171"/>
          </a:xfrm>
          <a:prstGeom prst="roundRect">
            <a:avLst>
              <a:gd name="adj" fmla="val 1537"/>
            </a:avLst>
          </a:prstGeom>
          <a:solidFill>
            <a:srgbClr val="26262B"/>
          </a:solidFill>
          <a:ln/>
        </p:spPr>
      </p:sp>
      <p:sp>
        <p:nvSpPr>
          <p:cNvPr id="4" name="Shape 2"/>
          <p:cNvSpPr/>
          <p:nvPr/>
        </p:nvSpPr>
        <p:spPr>
          <a:xfrm>
            <a:off x="850482" y="1753890"/>
            <a:ext cx="567021" cy="567035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6450" y="1909763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482" y="2509937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 —&gt; MongoDB Atlas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2918619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Cloud NoSQL database via Mongoose ODM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90301" y="1564878"/>
            <a:ext cx="5339919" cy="1845171"/>
          </a:xfrm>
          <a:prstGeom prst="roundRect">
            <a:avLst>
              <a:gd name="adj" fmla="val 1537"/>
            </a:avLst>
          </a:prstGeom>
          <a:solidFill>
            <a:srgbClr val="26262B"/>
          </a:solidFill>
          <a:ln/>
        </p:spPr>
      </p:sp>
      <p:sp>
        <p:nvSpPr>
          <p:cNvPr id="9" name="Shape 6"/>
          <p:cNvSpPr/>
          <p:nvPr/>
        </p:nvSpPr>
        <p:spPr>
          <a:xfrm>
            <a:off x="6379308" y="1753890"/>
            <a:ext cx="567021" cy="567035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5276" y="1909763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79308" y="2509937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 —&gt; Express.js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6379308" y="2918619"/>
            <a:ext cx="49619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REST API backend with 11 routes and middleware stack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61475" y="3599061"/>
            <a:ext cx="5339820" cy="2147590"/>
          </a:xfrm>
          <a:prstGeom prst="roundRect">
            <a:avLst>
              <a:gd name="adj" fmla="val 1320"/>
            </a:avLst>
          </a:prstGeom>
          <a:solidFill>
            <a:srgbClr val="26262B"/>
          </a:solidFill>
          <a:ln/>
        </p:spPr>
      </p:sp>
      <p:sp>
        <p:nvSpPr>
          <p:cNvPr id="14" name="Shape 10"/>
          <p:cNvSpPr/>
          <p:nvPr/>
        </p:nvSpPr>
        <p:spPr>
          <a:xfrm>
            <a:off x="850482" y="3788073"/>
            <a:ext cx="567021" cy="567035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450" y="3943945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0482" y="4544120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 — React.js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50482" y="4952802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Functional components, hooks, Context API, React Router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190301" y="3599061"/>
            <a:ext cx="5339919" cy="2147590"/>
          </a:xfrm>
          <a:prstGeom prst="roundRect">
            <a:avLst>
              <a:gd name="adj" fmla="val 1320"/>
            </a:avLst>
          </a:prstGeom>
          <a:solidFill>
            <a:srgbClr val="26262B"/>
          </a:solidFill>
          <a:ln/>
        </p:spPr>
      </p:sp>
      <p:sp>
        <p:nvSpPr>
          <p:cNvPr id="19" name="Shape 14"/>
          <p:cNvSpPr/>
          <p:nvPr/>
        </p:nvSpPr>
        <p:spPr>
          <a:xfrm>
            <a:off x="6379308" y="3788073"/>
            <a:ext cx="567021" cy="567035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35276" y="3943945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79308" y="4544120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 — Node.js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6379308" y="4952802"/>
            <a:ext cx="49619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JavaScript runtime powering the server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61475" y="595927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Supporting tools: JWT, bcrypt, Tailwind CSS, Axios, Helmet, CORS, express-validator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645"/>
            <a:ext cx="10868745" cy="515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System Architecture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164" y="1330027"/>
            <a:ext cx="9701267" cy="41835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97915" y="4720227"/>
            <a:ext cx="2313863" cy="275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MongoDB / NewsAPI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897915" y="3751800"/>
            <a:ext cx="2200914" cy="275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Render API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897915" y="2793156"/>
            <a:ext cx="2200914" cy="275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Vercel Frontend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897915" y="1824730"/>
            <a:ext cx="2200914" cy="275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User Browser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61475" y="5675213"/>
            <a:ext cx="10868745" cy="655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1250"/>
              </a:spcAft>
              <a:buNone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Frontend hosted on Vercel, backend on Render, and database on MongoDB Atlas.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External news data is sourced from NewsAPI.org with a local JSON fallback when no API key is available.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3930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Core Features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46225"/>
            <a:ext cx="359064" cy="3590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118519"/>
            <a:ext cx="53277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Authentication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61475" y="2501305"/>
            <a:ext cx="532771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Registration, login, and logout with JWT-based session management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2406" y="1546225"/>
            <a:ext cx="359064" cy="3590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02406" y="2118519"/>
            <a:ext cx="532781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Browse &amp; Filter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202406" y="2501305"/>
            <a:ext cx="532781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Latest headlines with category-based filtering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402608"/>
            <a:ext cx="359064" cy="3590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3974902"/>
            <a:ext cx="53277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Search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661475" y="4357688"/>
            <a:ext cx="532771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Keyword-based news search across all sources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2406" y="3402608"/>
            <a:ext cx="359064" cy="35907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02406" y="3974902"/>
            <a:ext cx="532781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Bookmarks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202406" y="4357688"/>
            <a:ext cx="532781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Save and remove articles for later reading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978896"/>
            <a:ext cx="359064" cy="35907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551190"/>
            <a:ext cx="53277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Profile &amp; Preferences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661475" y="5933976"/>
            <a:ext cx="532771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Personalized feed based on preferred categories</a:t>
            </a:r>
            <a:endParaRPr lang="en-US" sz="14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2406" y="4978896"/>
            <a:ext cx="359064" cy="35907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202406" y="5551190"/>
            <a:ext cx="532781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Responsive UI</a:t>
            </a:r>
            <a:endParaRPr lang="en-US" sz="1750" dirty="0"/>
          </a:p>
        </p:txBody>
      </p:sp>
      <p:sp>
        <p:nvSpPr>
          <p:cNvPr id="20" name="Text 12"/>
          <p:cNvSpPr/>
          <p:nvPr/>
        </p:nvSpPr>
        <p:spPr>
          <a:xfrm>
            <a:off x="6202406" y="5933976"/>
            <a:ext cx="532781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Fully adaptive layout for desktop, tablet, and mobile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925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Authentication &amp; Security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42" y="2045097"/>
            <a:ext cx="6227408" cy="35289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2189" y="1457226"/>
            <a:ext cx="353428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Password Security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8002189" y="1876028"/>
            <a:ext cx="353428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Hashed with </a:t>
            </a:r>
            <a:r>
              <a:rPr lang="en-US" sz="1300" b="1" dirty="0">
                <a:solidFill>
                  <a:srgbClr val="E0D6D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bcrypt</a:t>
            </a:r>
            <a:r>
              <a:rPr lang="en-US" sz="13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at 10 salt rounds before storage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002189" y="2546251"/>
            <a:ext cx="353428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Token-Based Sessions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002189" y="2965053"/>
            <a:ext cx="3534282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JWT issued on login/register with </a:t>
            </a:r>
            <a:r>
              <a:rPr lang="en-US" sz="1300" b="1" dirty="0">
                <a:solidFill>
                  <a:srgbClr val="E0D6D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30-day expiry</a:t>
            </a:r>
            <a:r>
              <a:rPr lang="en-US" sz="13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; persisted via </a:t>
            </a:r>
            <a:r>
              <a:rPr lang="en-US" sz="1300" b="1" dirty="0">
                <a:solidFill>
                  <a:srgbClr val="E0D6D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localStorage + AuthContext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02189" y="3893840"/>
            <a:ext cx="353428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Route Protection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002189" y="4312642"/>
            <a:ext cx="3534282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Backend routes secured via </a:t>
            </a:r>
            <a:r>
              <a:rPr lang="en-US" sz="1300" b="1" dirty="0">
                <a:solidFill>
                  <a:srgbClr val="E0D6D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authMiddleware</a:t>
            </a:r>
            <a:r>
              <a:rPr lang="en-US" sz="13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; frontend routes guarded by </a:t>
            </a:r>
            <a:r>
              <a:rPr lang="en-US" sz="1300" b="1" dirty="0">
                <a:solidFill>
                  <a:srgbClr val="E0D6D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ProtectedRoute.jsx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02189" y="5241429"/>
            <a:ext cx="353428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Security Middleware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002189" y="5660231"/>
            <a:ext cx="353428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Helmet, CORS, and express-validator input validation on all endpoints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936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CRUD Operations Demonstrated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662337"/>
            <a:ext cx="10868745" cy="2501900"/>
          </a:xfrm>
          <a:prstGeom prst="roundRect">
            <a:avLst>
              <a:gd name="adj" fmla="val 1133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1475" y="3213795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4064496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4612779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839074" y="2662337"/>
            <a:ext cx="11814" cy="25019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7924" y="2668687"/>
            <a:ext cx="2171150" cy="545108"/>
          </a:xfrm>
          <a:prstGeom prst="rect">
            <a:avLst/>
          </a:prstGeom>
          <a:solidFill>
            <a:srgbClr val="97B8FF"/>
          </a:solidFill>
          <a:ln/>
        </p:spPr>
      </p:sp>
      <p:sp>
        <p:nvSpPr>
          <p:cNvPr id="9" name="Text 7"/>
          <p:cNvSpPr/>
          <p:nvPr/>
        </p:nvSpPr>
        <p:spPr>
          <a:xfrm>
            <a:off x="856931" y="2788444"/>
            <a:ext cx="23995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CREATE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031255" y="2788444"/>
            <a:ext cx="89131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Register new user account · Save a bookmark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7924" y="3213795"/>
            <a:ext cx="2171150" cy="850702"/>
          </a:xfrm>
          <a:prstGeom prst="rect">
            <a:avLst/>
          </a:prstGeom>
          <a:solidFill>
            <a:srgbClr val="97B8FF"/>
          </a:solidFill>
          <a:ln/>
        </p:spPr>
      </p:sp>
      <p:sp>
        <p:nvSpPr>
          <p:cNvPr id="12" name="Text 10"/>
          <p:cNvSpPr/>
          <p:nvPr/>
        </p:nvSpPr>
        <p:spPr>
          <a:xfrm>
            <a:off x="856931" y="3336727"/>
            <a:ext cx="23995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READ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031255" y="3336727"/>
            <a:ext cx="830360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Fetch news headlines · Retrieve user profile · Load bookmarks · Category feed · Search results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7924" y="4064496"/>
            <a:ext cx="2171150" cy="548283"/>
          </a:xfrm>
          <a:prstGeom prst="rect">
            <a:avLst/>
          </a:prstGeom>
          <a:solidFill>
            <a:srgbClr val="97B8FF"/>
          </a:solidFill>
          <a:ln/>
        </p:spPr>
      </p:sp>
      <p:sp>
        <p:nvSpPr>
          <p:cNvPr id="15" name="Text 13"/>
          <p:cNvSpPr/>
          <p:nvPr/>
        </p:nvSpPr>
        <p:spPr>
          <a:xfrm>
            <a:off x="856931" y="4187428"/>
            <a:ext cx="23995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UPDATE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031255" y="4187428"/>
            <a:ext cx="89131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Update user profile details · Modify preferred news categories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7924" y="4612779"/>
            <a:ext cx="2171150" cy="545108"/>
          </a:xfrm>
          <a:prstGeom prst="rect">
            <a:avLst/>
          </a:prstGeom>
          <a:solidFill>
            <a:srgbClr val="97B8FF"/>
          </a:solidFill>
          <a:ln/>
        </p:spPr>
      </p:sp>
      <p:sp>
        <p:nvSpPr>
          <p:cNvPr id="18" name="Text 16"/>
          <p:cNvSpPr/>
          <p:nvPr/>
        </p:nvSpPr>
        <p:spPr>
          <a:xfrm>
            <a:off x="856931" y="4735711"/>
            <a:ext cx="23995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DELETE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031255" y="4735711"/>
            <a:ext cx="89131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Remove a saved bookmark from the user's collection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9165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Database &amp; API Design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553964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MongoDB Collections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1911152"/>
            <a:ext cx="5249930" cy="47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E0D6D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Users</a:t>
            </a: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- Account credentials, profile data, category preferences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E0D6D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Bookmarks</a:t>
            </a: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- Saved articles linked to user via reference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2509738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REST API Endpoints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882007"/>
            <a:ext cx="5249930" cy="3060700"/>
          </a:xfrm>
          <a:prstGeom prst="roundRect">
            <a:avLst>
              <a:gd name="adj" fmla="val 741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1475" y="3266976"/>
            <a:ext cx="5249930" cy="94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3648770"/>
            <a:ext cx="5249930" cy="94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030563"/>
            <a:ext cx="5249930" cy="94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4412357"/>
            <a:ext cx="5249930" cy="94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1475" y="4794151"/>
            <a:ext cx="5249930" cy="94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61475" y="5175945"/>
            <a:ext cx="5249930" cy="94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61475" y="5557738"/>
            <a:ext cx="5249930" cy="94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19130" y="2967236"/>
            <a:ext cx="315874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POST /api/auth/register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70704" y="2967236"/>
            <a:ext cx="26927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Register new user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9130" y="3349030"/>
            <a:ext cx="315874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POST /api/auth/login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70704" y="3349030"/>
            <a:ext cx="26927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Authenticate and issue JWT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9130" y="3730823"/>
            <a:ext cx="315874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GET /api/news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70704" y="3730823"/>
            <a:ext cx="26927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Fetch latest headlines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19130" y="4112617"/>
            <a:ext cx="315874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GET /api/news/category/:name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70704" y="4112617"/>
            <a:ext cx="26927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Filter by category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9130" y="4494411"/>
            <a:ext cx="315874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GET /api/news/search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70704" y="4494411"/>
            <a:ext cx="26927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Keyword search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9130" y="4876205"/>
            <a:ext cx="315874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POST /api/bookmarks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70704" y="4876205"/>
            <a:ext cx="26927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Save bookmark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19130" y="5257998"/>
            <a:ext cx="315874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GET /api/bookmarks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70704" y="5257998"/>
            <a:ext cx="26927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List saved articles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19130" y="5639792"/>
            <a:ext cx="315874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DELETE /api/bookmarks/:id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70704" y="5639792"/>
            <a:ext cx="26927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Remove bookmark</a:t>
            </a:r>
            <a:endParaRPr lang="en-US" sz="115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594" y="1655862"/>
            <a:ext cx="4199924" cy="42000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0875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Team Contributions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65250"/>
            <a:ext cx="5373851" cy="23604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1730" y="1958876"/>
            <a:ext cx="50333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Shreya Sundli · 24BCE2546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31730" y="2267645"/>
            <a:ext cx="503334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Frontend Development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31730" y="2557859"/>
            <a:ext cx="5033340" cy="997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React UI &amp; component design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Routing &amp; navigation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Tailwind CSS styling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Responsive layout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56270" y="1365250"/>
            <a:ext cx="5373950" cy="23604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26525" y="1958876"/>
            <a:ext cx="50334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Siddharth Verma · 23BCT0159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326525" y="2267645"/>
            <a:ext cx="503344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Backend Development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326525" y="2557859"/>
            <a:ext cx="5033440" cy="997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Express.js REST API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Controllers &amp; routes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Middleware stack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MVC architecture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846612"/>
            <a:ext cx="5373851" cy="236041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1730" y="4440238"/>
            <a:ext cx="50333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Vakati Narayani Nayani · 24BAI1200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831730" y="4749006"/>
            <a:ext cx="503334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Database &amp; Auth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831730" y="5039221"/>
            <a:ext cx="5033340" cy="997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MongoDB schema design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Mongoose models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JWT authentication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bcrypt security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56270" y="3846612"/>
            <a:ext cx="5373950" cy="236041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26525" y="4440238"/>
            <a:ext cx="50334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Bhavy Hrishikesh · 22BIT0371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6326525" y="4749006"/>
            <a:ext cx="503344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Integration &amp; Deployment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6326525" y="5039221"/>
            <a:ext cx="5033440" cy="997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NewsAPI + fallback logic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Vercel &amp; Render deployment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Testing &amp; QA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README documentation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25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Conclusion &amp; Future Scope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5568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Project Summary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339975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Successfully built a full-stack MERN application demonstrating </a:t>
            </a:r>
            <a:r>
              <a:rPr lang="en-US" sz="1450" b="1" dirty="0">
                <a:solidFill>
                  <a:srgbClr val="E0D6D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authentication</a:t>
            </a: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, </a:t>
            </a:r>
            <a:r>
              <a:rPr lang="en-US" sz="1450" b="1" dirty="0">
                <a:solidFill>
                  <a:srgbClr val="E0D6D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CRUD operations</a:t>
            </a: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, </a:t>
            </a:r>
            <a:r>
              <a:rPr lang="en-US" sz="1450" b="1" dirty="0">
                <a:solidFill>
                  <a:srgbClr val="E0D6D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REST API design</a:t>
            </a: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, and </a:t>
            </a:r>
            <a:r>
              <a:rPr lang="en-US" sz="1450" b="1" dirty="0">
                <a:solidFill>
                  <a:srgbClr val="E0D6D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responsive UI</a:t>
            </a: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- meeting all certification learning outcomes.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73866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Future Improvements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222948"/>
            <a:ext cx="5203794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Dark mode toggle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Infinite scroll for news feed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Push notifications for breaking news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Admin dashboard &amp; analytics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Social sharing integration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6651" y="1666677"/>
            <a:ext cx="5476043" cy="4398764"/>
          </a:xfrm>
          <a:prstGeom prst="roundRect">
            <a:avLst>
              <a:gd name="adj" fmla="val 645"/>
            </a:avLst>
          </a:prstGeom>
          <a:solidFill>
            <a:srgbClr val="97B8FF"/>
          </a:solidFill>
          <a:ln/>
        </p:spPr>
      </p:sp>
      <p:sp>
        <p:nvSpPr>
          <p:cNvPr id="8" name="Text 6"/>
          <p:cNvSpPr/>
          <p:nvPr/>
        </p:nvSpPr>
        <p:spPr>
          <a:xfrm>
            <a:off x="6385658" y="1855688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Thank You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85658" y="2339975"/>
            <a:ext cx="570761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We appreciate your time and evaluation.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85658" y="2902248"/>
            <a:ext cx="5098029" cy="25400"/>
          </a:xfrm>
          <a:prstGeom prst="roundRect">
            <a:avLst>
              <a:gd name="adj" fmla="val 5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385658" y="3187502"/>
            <a:ext cx="5098029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Shreya Sundli · Siddharth Verma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Vakati Narayani Nayani · Bhavy Hrishikesh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Questions &amp; Discussion Welcome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643</Words>
  <Application>Microsoft Office PowerPoint</Application>
  <PresentationFormat>Widescreen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Sora Medium</vt:lpstr>
      <vt:lpstr>Noto Sans TC Bold</vt:lpstr>
      <vt:lpstr>Noto Sans 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Rishit</dc:creator>
  <cp:lastModifiedBy>Rishit Chaudhary</cp:lastModifiedBy>
  <cp:revision>3</cp:revision>
  <dcterms:created xsi:type="dcterms:W3CDTF">2026-07-09T16:06:41Z</dcterms:created>
  <dcterms:modified xsi:type="dcterms:W3CDTF">2026-07-09T16:25:52Z</dcterms:modified>
</cp:coreProperties>
</file>